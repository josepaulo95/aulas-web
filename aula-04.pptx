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60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343408AE-5810-466A-9D5C-0A73517029C2}"/>
              </a:ext>
            </a:extLst>
          </p:cNvPr>
          <p:cNvSpPr/>
          <p:nvPr/>
        </p:nvSpPr>
        <p:spPr>
          <a:xfrm>
            <a:off x="-87923" y="-41031"/>
            <a:ext cx="12356123" cy="696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0A1F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0A1F30"/>
          </a:solidFill>
          <a:ln/>
        </p:spPr>
      </p:sp>
      <p:pic>
        <p:nvPicPr>
          <p:cNvPr id="4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011680" cy="11612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4688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BB03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Estruturação de páginas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com HTML e CSS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983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web  •  Tags essenciais  •  VS 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web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1031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0A1F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600200" y="2377440"/>
            <a:ext cx="914400" cy="914400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6" name="Text 3"/>
          <p:cNvSpPr/>
          <p:nvPr/>
        </p:nvSpPr>
        <p:spPr>
          <a:xfrm>
            <a:off x="16002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118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a página 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2743200"/>
            <a:ext cx="2468880" cy="0"/>
          </a:xfrm>
          <a:prstGeom prst="line">
            <a:avLst/>
          </a:prstGeom>
          <a:noFill/>
          <a:ln w="25400">
            <a:solidFill>
              <a:srgbClr val="D9E02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11880" y="3200400"/>
            <a:ext cx="2468880" cy="0"/>
          </a:xfrm>
          <a:prstGeom prst="line">
            <a:avLst/>
          </a:prstGeom>
          <a:noFill/>
          <a:ln w="25400">
            <a:solidFill>
              <a:srgbClr val="FBB03B"/>
            </a:solidFill>
            <a:prstDash val="solid"/>
            <a:headEnd type="triangle"/>
          </a:ln>
        </p:spPr>
      </p:sp>
      <p:sp>
        <p:nvSpPr>
          <p:cNvPr id="11" name="Text 8"/>
          <p:cNvSpPr/>
          <p:nvPr/>
        </p:nvSpPr>
        <p:spPr>
          <a:xfrm>
            <a:off x="361188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envia HTML + CSS + JS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1031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0A1F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2377440"/>
            <a:ext cx="914400" cy="914400"/>
          </a:xfrm>
          <a:prstGeom prst="ellipse">
            <a:avLst/>
          </a:prstGeom>
          <a:solidFill>
            <a:srgbClr val="FBB03B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264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(cliente) recebe os arquivos e exibe a página na tela.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HTML iniciais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0A1F30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737360"/>
            <a:ext cx="109728" cy="123444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874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423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do maior pro menor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0A1F30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109728" cy="1234440"/>
          </a:xfrm>
          <a:prstGeom prst="rect">
            <a:avLst/>
          </a:prstGeom>
          <a:solidFill>
            <a:srgbClr val="D9E021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337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3886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0A1F30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663440"/>
            <a:ext cx="109728" cy="1234440"/>
          </a:xfrm>
          <a:prstGeom prst="rect">
            <a:avLst/>
          </a:prstGeom>
          <a:solidFill>
            <a:srgbClr val="FBB0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800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href="pagina.html"&gt;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5840" y="5349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pra outra página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 gratuito — code.visualstudio.com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no código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D9E02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FBB03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3794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arquivos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0A99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 em Chamas 🔥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HTML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8229600" cy="2651760"/>
          </a:xfrm>
          <a:prstGeom prst="roundRect">
            <a:avLst>
              <a:gd name="adj" fmla="val 4138"/>
            </a:avLst>
          </a:prstGeom>
          <a:solidFill>
            <a:srgbClr val="00396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926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usando só </a:t>
            </a:r>
            <a:r>
              <a:rPr lang="en-US" sz="1700" b="1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h1/h2/h3, br e a href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cômodo é uma página HTML — encontre a saída antes que o fogo te alcance.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tags (referência)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983480" y="17373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83480" y="251460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&lt;span&gt;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Divisões genéricas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83480" y="329184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E0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</a:t>
            </a:r>
            <a:r>
              <a:rPr lang="en-US" sz="14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Estilo: cor, fonte, tamanho, espaçamento...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7863840" cy="2103120"/>
          </a:xfrm>
          <a:prstGeom prst="roundRect">
            <a:avLst>
              <a:gd name="adj" fmla="val 4348"/>
            </a:avLst>
          </a:prstGeom>
          <a:solidFill>
            <a:srgbClr val="0A1F30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1945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 color: blue; 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A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Propriedades CSS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 do texto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 de fundo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Tamanho da fonte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Tipo de fonte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Alinhamento do texto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5304\Documents\pessoal-dev\aulas-web-jogos\IMG_6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0040"/>
            <a:ext cx="118872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BB03B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Estilize sua casa 🎨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CSS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8229600" cy="2651760"/>
          </a:xfrm>
          <a:prstGeom prst="roundRect">
            <a:avLst>
              <a:gd name="adj" fmla="val 4138"/>
            </a:avLst>
          </a:prstGeom>
          <a:solidFill>
            <a:srgbClr val="00396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926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&lt;style&gt; em cada página da sua Casa em Chamas.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C9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cor de fundo, cor dos títulos e fonte. Não precisa ficar perfeito.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288</Words>
  <Application>Microsoft Office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Paulo Fernandes Neto</cp:lastModifiedBy>
  <cp:revision>2</cp:revision>
  <dcterms:created xsi:type="dcterms:W3CDTF">2026-08-21T00:19:52Z</dcterms:created>
  <dcterms:modified xsi:type="dcterms:W3CDTF">2026-08-21T00:42:02Z</dcterms:modified>
</cp:coreProperties>
</file>