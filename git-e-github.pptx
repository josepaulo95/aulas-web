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· FUNDAMENTOS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 GitHub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 controle de versão, o que é o Git e para que serve o GitHub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teve uma pasta assim?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202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trabalho.docx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974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trabalho_final.docx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747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trabalho_final_v2.docx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519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trabalho_final_v2_agora_vai.docx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0292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trabalho_FINAL_de_verdade.docx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103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versão certa?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0175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mudou o quê? Quando? Por quê? E se eu precisar voltar para a versão de ontem?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572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Programadores têm exatamente esse problema — só que com milhares de arquivos e dezenas de pessoas.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EXISTE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dores que o controle de versão resolve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Perder trabalho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832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erro, um arquivo sobrescrito, o PC que quebra… e horas de código somem.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194560"/>
            <a:ext cx="502920" cy="502920"/>
          </a:xfrm>
          <a:prstGeom prst="ellipse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Trabalhar em grupo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3832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pessoas editam o mesmo arquivo ao mesmo tempo. Quem vence? Como juntar?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194560"/>
            <a:ext cx="502920" cy="502920"/>
          </a:xfrm>
          <a:prstGeom prst="ellipse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Voltar no tempo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3832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Quebrou o jogo com a última mudança? Queremos desfazer e ver o histórico.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9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BCD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do tempo do seu código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O QUE É GIT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= o "save" do seu projeto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é um programa que roda no seu computador e </a:t>
            </a:r>
            <a:pPr indent="0" marL="0">
              <a:buNone/>
            </a:pPr>
            <a:r>
              <a:rPr lang="en-US" sz="2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histórico</a:t>
            </a:r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tudo que você mudou em um projeto.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16A89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em 2005 por Linus Torvalds (o criador do Linux)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F2A6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389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e funciona sem internet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123F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por praticamente toda empresa de software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75120" y="1920240"/>
            <a:ext cx="4937760" cy="4114800"/>
          </a:xfrm>
          <a:prstGeom prst="roundRect">
            <a:avLst>
              <a:gd name="adj" fmla="val 3333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D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ANALOGIA: VIDEOGAME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74320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enfrentar o chefão, você salva o jogo.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morrer, volta ao último save.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save do Git se chama commit — com data, autor e uma mensagem dizendo o que mudou.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VOCABULÁRIO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palavras que você precisa conhecer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832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pasta do projeto que o Git vigia. Guarda os arquivos e todo o histórico.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194560"/>
            <a:ext cx="502920" cy="502920"/>
          </a:xfrm>
          <a:prstGeom prst="ellipse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3832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"save" com mensagem. Ex.: "adiciona o pulo do personagem".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194560"/>
            <a:ext cx="502920" cy="502920"/>
          </a:xfrm>
          <a:prstGeom prst="ellipse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3832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paralela de trabalho: teste uma ideia sem estragar a versão principal.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COMO FUNCIONA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de uma mudança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200400" cy="2011680"/>
          </a:xfrm>
          <a:prstGeom prst="roundRect">
            <a:avLst>
              <a:gd name="adj" fmla="val 6818"/>
            </a:avLst>
          </a:prstGeom>
          <a:solidFill>
            <a:srgbClr val="8FA3C4"/>
          </a:solidFill>
          <a:ln w="12700">
            <a:solidFill>
              <a:srgbClr val="8FA3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 de trabalho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edita os arquivos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840480" y="2880360"/>
            <a:ext cx="548640" cy="457200"/>
          </a:xfrm>
          <a:prstGeom prst="rightArrow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434340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2103120"/>
            <a:ext cx="3200400" cy="2011680"/>
          </a:xfrm>
          <a:prstGeom prst="roundRect">
            <a:avLst>
              <a:gd name="adj" fmla="val 6818"/>
            </a:avLst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preparo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que vai no save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0" y="2880360"/>
            <a:ext cx="548640" cy="457200"/>
          </a:xfrm>
          <a:prstGeom prst="rightArrow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434340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2103120"/>
            <a:ext cx="3200400" cy="2011680"/>
          </a:xfrm>
          <a:prstGeom prst="roundRect">
            <a:avLst>
              <a:gd name="adj" fmla="val 6818"/>
            </a:avLst>
          </a:prstGeom>
          <a:solidFill>
            <a:srgbClr val="123F63"/>
          </a:solidFill>
          <a:ln w="12700">
            <a:solidFill>
              <a:srgbClr val="123F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commit fica guardado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passos: primeiro escolhe (add), depois salva (commit).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9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BCD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lugar onde o código mora na internet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NÃO CONFUNDA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 GitHub não são a mesma coisa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94560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23F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10896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no seu computador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histórico do projeto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E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Comparação: o Word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39496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194560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10896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na internet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uma cópia do repositório online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 compartilhar e colaborar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E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Comparação: o Google Drive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PARA QUÊ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dá para fazer no GitHub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3736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na nuvem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743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projeto seguro, mesmo se o PC quebrar.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240280"/>
            <a:ext cx="640080" cy="640080"/>
          </a:xfrm>
          <a:prstGeom prst="ellipse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Trabalhar em equipe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743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no seu computador, tudo junto no fim.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123F63"/>
          </a:solidFill>
          <a:ln w="12700">
            <a:solidFill>
              <a:srgbClr val="123F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37360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4846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seus jogos e sites para o mundo.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343400"/>
            <a:ext cx="640080" cy="640080"/>
          </a:xfrm>
          <a:prstGeom prst="ellipse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site grátis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846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coloca seu HTML no ar.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O CICLO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seu PC para o GitHub e de volta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123F63"/>
          </a:solidFill>
          <a:ln w="12700">
            <a:solidFill>
              <a:srgbClr val="123F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computador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local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21040" y="237744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remoto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14800" y="2560320"/>
            <a:ext cx="3931920" cy="640080"/>
          </a:xfrm>
          <a:prstGeom prst="rightArrow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3749040"/>
            <a:ext cx="3931920" cy="640080"/>
          </a:xfrm>
          <a:prstGeom prst="leftArrow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2560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C1F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749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C1F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copia um repositório do GitHub pela primeira vez.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CHEATSHEET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essenciais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7830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78308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repositório na pasta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4048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CD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40487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que mudou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0266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026664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todas as mudanças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648456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4845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CD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648456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com uma mensagem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270248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27024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427024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para o GitHub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89204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CD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48920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as novidades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5513832"/>
            <a:ext cx="4937760" cy="512064"/>
          </a:xfrm>
          <a:prstGeom prst="roundRect">
            <a:avLst>
              <a:gd name="adj" fmla="val 17857"/>
            </a:avLst>
          </a:prstGeom>
          <a:solidFill>
            <a:srgbClr val="0C1F30"/>
          </a:solidFill>
          <a:ln w="12700">
            <a:solidFill>
              <a:srgbClr val="0C1F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5138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551383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um repositório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praticar: seu primeiro repositório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16A89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920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conta e um repositório novo no GitHub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F2A6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43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o Git e abra o terminal na pasta do projeto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123F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66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git init, git add . e git commit -m "primeiro commit"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0E85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89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ao GitHub e rode git push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F2A6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212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 um arquivo, faça outro commit e veja o histórico no site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28016" cy="128016"/>
          </a:xfrm>
          <a:prstGeom prst="rect">
            <a:avLst/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75488"/>
            <a:ext cx="128016" cy="128016"/>
          </a:xfrm>
          <a:prstGeom prst="rect">
            <a:avLst/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levar dessa aula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16A89C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116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011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histórico do projeto no seu PC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F2A63B"/>
          </a:solidFill>
          <a:ln w="12700">
            <a:solidFill>
              <a:srgbClr val="F2A6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200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uma cópia online e facilita o trabalho em grupo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BCD230"/>
          </a:solidFill>
          <a:ln w="12700">
            <a:solidFill>
              <a:srgbClr val="BCD2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89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389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"save" que permite voltar no tempo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2026-09-23T14:46:31Z</dcterms:created>
  <dcterms:modified xsi:type="dcterms:W3CDTF">2026-09-23T14:46:31Z</dcterms:modified>
</cp:coreProperties>
</file>